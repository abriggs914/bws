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9560"/>
    <a:srgbClr val="614C3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7" d="100"/>
          <a:sy n="87" d="100"/>
        </p:scale>
        <p:origin x="102" y="22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CDDEA1-CAA3-44E9-BD20-01615CE14A03}" type="datetimeFigureOut">
              <a:rPr lang="en-US" smtClean="0"/>
              <a:t>8/3/2022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EF2212-BCE1-490F-889D-00D74476B33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10-109406_button-media-player-icon-icon-play-pause-stop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6250" y="133350"/>
            <a:ext cx="8191500" cy="6591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10-109406_button-media-player-icon-icon-play-pause-stop.png"/>
          <p:cNvPicPr>
            <a:picLocks noChangeAspect="1"/>
          </p:cNvPicPr>
          <p:nvPr/>
        </p:nvPicPr>
        <p:blipFill>
          <a:blip r:embed="rId2" cstate="print"/>
          <a:srcRect l="28024" t="6301" r="51758" b="68572"/>
          <a:stretch>
            <a:fillRect/>
          </a:stretch>
        </p:blipFill>
        <p:spPr>
          <a:xfrm>
            <a:off x="251520" y="332656"/>
            <a:ext cx="1656184" cy="1656184"/>
          </a:xfrm>
          <a:prstGeom prst="rect">
            <a:avLst/>
          </a:prstGeom>
        </p:spPr>
      </p:pic>
      <p:pic>
        <p:nvPicPr>
          <p:cNvPr id="5" name="Picture 4" descr="10-109406_button-media-player-icon-icon-play-pause-stop.png"/>
          <p:cNvPicPr>
            <a:picLocks noChangeAspect="1"/>
          </p:cNvPicPr>
          <p:nvPr/>
        </p:nvPicPr>
        <p:blipFill>
          <a:blip r:embed="rId2" cstate="print"/>
          <a:srcRect l="51758" t="6301" r="28024" b="68572"/>
          <a:stretch>
            <a:fillRect/>
          </a:stretch>
        </p:blipFill>
        <p:spPr>
          <a:xfrm>
            <a:off x="2267744" y="332656"/>
            <a:ext cx="1656184" cy="1656184"/>
          </a:xfrm>
          <a:prstGeom prst="rect">
            <a:avLst/>
          </a:prstGeom>
        </p:spPr>
      </p:pic>
      <p:pic>
        <p:nvPicPr>
          <p:cNvPr id="6" name="Picture 5" descr="10-109406_button-media-player-icon-icon-play-pause-stop.png"/>
          <p:cNvPicPr>
            <a:picLocks noChangeAspect="1"/>
          </p:cNvPicPr>
          <p:nvPr/>
        </p:nvPicPr>
        <p:blipFill>
          <a:blip r:embed="rId2" cstate="print"/>
          <a:srcRect l="75599" t="6463" r="4183" b="68410"/>
          <a:stretch>
            <a:fillRect/>
          </a:stretch>
        </p:blipFill>
        <p:spPr>
          <a:xfrm>
            <a:off x="4067944" y="404664"/>
            <a:ext cx="1656184" cy="1656184"/>
          </a:xfrm>
          <a:prstGeom prst="rect">
            <a:avLst/>
          </a:prstGeom>
        </p:spPr>
      </p:pic>
      <p:pic>
        <p:nvPicPr>
          <p:cNvPr id="7" name="Picture 6" descr="10-109406_button-media-player-icon-icon-play-pause-stop.png"/>
          <p:cNvPicPr>
            <a:picLocks noChangeAspect="1"/>
          </p:cNvPicPr>
          <p:nvPr/>
        </p:nvPicPr>
        <p:blipFill>
          <a:blip r:embed="rId2" cstate="print"/>
          <a:srcRect l="28024" t="37983" r="51758" b="36890"/>
          <a:stretch>
            <a:fillRect/>
          </a:stretch>
        </p:blipFill>
        <p:spPr>
          <a:xfrm>
            <a:off x="2771800" y="2636912"/>
            <a:ext cx="1656184" cy="1656184"/>
          </a:xfrm>
          <a:prstGeom prst="rect">
            <a:avLst/>
          </a:prstGeom>
        </p:spPr>
      </p:pic>
      <p:pic>
        <p:nvPicPr>
          <p:cNvPr id="8" name="Picture 7" descr="10-109406_button-media-player-icon-icon-play-pause-stop.png"/>
          <p:cNvPicPr>
            <a:picLocks noChangeAspect="1"/>
          </p:cNvPicPr>
          <p:nvPr/>
        </p:nvPicPr>
        <p:blipFill>
          <a:blip r:embed="rId2" cstate="print"/>
          <a:srcRect l="51758" t="37983" r="28024" b="36890"/>
          <a:stretch>
            <a:fillRect/>
          </a:stretch>
        </p:blipFill>
        <p:spPr>
          <a:xfrm>
            <a:off x="4716016" y="2636912"/>
            <a:ext cx="1656184" cy="1656184"/>
          </a:xfrm>
          <a:prstGeom prst="rect">
            <a:avLst/>
          </a:prstGeom>
        </p:spPr>
      </p:pic>
      <p:pic>
        <p:nvPicPr>
          <p:cNvPr id="9" name="Picture 8" descr="10-109406_button-media-player-icon-icon-play-pause-stop.png"/>
          <p:cNvPicPr>
            <a:picLocks noChangeAspect="1"/>
          </p:cNvPicPr>
          <p:nvPr/>
        </p:nvPicPr>
        <p:blipFill>
          <a:blip r:embed="rId2" cstate="print"/>
          <a:srcRect l="75493" t="67480" r="3410" b="6301"/>
          <a:stretch>
            <a:fillRect/>
          </a:stretch>
        </p:blipFill>
        <p:spPr>
          <a:xfrm>
            <a:off x="6300192" y="260648"/>
            <a:ext cx="1728192" cy="1728192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467544" y="2564904"/>
            <a:ext cx="1728192" cy="1656184"/>
            <a:chOff x="755576" y="548680"/>
            <a:chExt cx="1728192" cy="1656184"/>
          </a:xfrm>
        </p:grpSpPr>
        <p:pic>
          <p:nvPicPr>
            <p:cNvPr id="11" name="Picture 10" descr="10-109406_button-media-player-icon-icon-play-pause-stop.png"/>
            <p:cNvPicPr>
              <a:picLocks noChangeAspect="1"/>
            </p:cNvPicPr>
            <p:nvPr/>
          </p:nvPicPr>
          <p:blipFill>
            <a:blip r:embed="rId2" cstate="print"/>
            <a:srcRect l="3410" t="6301" r="75493" b="68572"/>
            <a:stretch>
              <a:fillRect/>
            </a:stretch>
          </p:blipFill>
          <p:spPr>
            <a:xfrm>
              <a:off x="755576" y="548680"/>
              <a:ext cx="1728192" cy="1656184"/>
            </a:xfrm>
            <a:prstGeom prst="rect">
              <a:avLst/>
            </a:prstGeom>
          </p:spPr>
        </p:pic>
        <p:grpSp>
          <p:nvGrpSpPr>
            <p:cNvPr id="12" name="Group 25"/>
            <p:cNvGrpSpPr/>
            <p:nvPr/>
          </p:nvGrpSpPr>
          <p:grpSpPr>
            <a:xfrm>
              <a:off x="971600" y="836712"/>
              <a:ext cx="1296144" cy="1008112"/>
              <a:chOff x="4337587" y="879358"/>
              <a:chExt cx="1533452" cy="1245236"/>
            </a:xfrm>
          </p:grpSpPr>
          <p:grpSp>
            <p:nvGrpSpPr>
              <p:cNvPr id="13" name="Group 17"/>
              <p:cNvGrpSpPr/>
              <p:nvPr/>
            </p:nvGrpSpPr>
            <p:grpSpPr>
              <a:xfrm>
                <a:off x="4337587" y="879358"/>
                <a:ext cx="1533452" cy="1245236"/>
                <a:chOff x="4337587" y="879358"/>
                <a:chExt cx="1533452" cy="1245236"/>
              </a:xfrm>
            </p:grpSpPr>
            <p:grpSp>
              <p:nvGrpSpPr>
                <p:cNvPr id="18" name="Group 14"/>
                <p:cNvGrpSpPr/>
                <p:nvPr/>
              </p:nvGrpSpPr>
              <p:grpSpPr>
                <a:xfrm rot="2791999">
                  <a:off x="4682907" y="771346"/>
                  <a:ext cx="1080120" cy="1296144"/>
                  <a:chOff x="4499992" y="692696"/>
                  <a:chExt cx="1080120" cy="1296144"/>
                </a:xfrm>
              </p:grpSpPr>
              <p:pic>
                <p:nvPicPr>
                  <p:cNvPr id="20" name="Picture 9" descr="10-109406_button-media-player-icon-icon-play-pause-stop.png"/>
                  <p:cNvPicPr>
                    <a:picLocks noChangeAspect="1"/>
                  </p:cNvPicPr>
                  <p:nvPr/>
                </p:nvPicPr>
                <p:blipFill>
                  <a:blip r:embed="rId2" cstate="print"/>
                  <a:srcRect l="7805" t="10671" r="79888" b="72942"/>
                  <a:stretch>
                    <a:fillRect/>
                  </a:stretch>
                </p:blipFill>
                <p:spPr>
                  <a:xfrm>
                    <a:off x="4572000" y="908720"/>
                    <a:ext cx="1008112" cy="1080120"/>
                  </a:xfrm>
                  <a:prstGeom prst="rect">
                    <a:avLst/>
                  </a:prstGeom>
                </p:spPr>
              </p:pic>
              <p:pic>
                <p:nvPicPr>
                  <p:cNvPr id="21" name="Picture 20" descr="10-109406_button-media-player-icon-icon-play-pause-stop.png"/>
                  <p:cNvPicPr>
                    <a:picLocks noChangeAspect="1"/>
                  </p:cNvPicPr>
                  <p:nvPr/>
                </p:nvPicPr>
                <p:blipFill>
                  <a:blip r:embed="rId2" cstate="print"/>
                  <a:srcRect l="16596" t="10671" r="79888" b="72942"/>
                  <a:stretch>
                    <a:fillRect/>
                  </a:stretch>
                </p:blipFill>
                <p:spPr>
                  <a:xfrm rot="16200000">
                    <a:off x="4896036" y="584684"/>
                    <a:ext cx="288032" cy="1080120"/>
                  </a:xfrm>
                  <a:prstGeom prst="rect">
                    <a:avLst/>
                  </a:prstGeom>
                </p:spPr>
              </p:pic>
              <p:sp>
                <p:nvSpPr>
                  <p:cNvPr id="22" name="Rectangle 21"/>
                  <p:cNvSpPr/>
                  <p:nvPr/>
                </p:nvSpPr>
                <p:spPr>
                  <a:xfrm>
                    <a:off x="4932040" y="1268760"/>
                    <a:ext cx="288032" cy="28803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" name="Rectangle 22"/>
                  <p:cNvSpPr/>
                  <p:nvPr/>
                </p:nvSpPr>
                <p:spPr>
                  <a:xfrm>
                    <a:off x="4932040" y="692696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pic>
              <p:nvPicPr>
                <p:cNvPr id="19" name="Picture 18" descr="10-109406_button-media-player-icon-icon-play-pause-stop.png"/>
                <p:cNvPicPr>
                  <a:picLocks noChangeAspect="1"/>
                </p:cNvPicPr>
                <p:nvPr/>
              </p:nvPicPr>
              <p:blipFill>
                <a:blip r:embed="rId2" cstate="print"/>
                <a:srcRect l="13079" t="10671" r="84284" b="78404"/>
                <a:stretch>
                  <a:fillRect/>
                </a:stretch>
              </p:blipFill>
              <p:spPr>
                <a:xfrm rot="2791999">
                  <a:off x="4589615" y="1656542"/>
                  <a:ext cx="216024" cy="720080"/>
                </a:xfrm>
                <a:prstGeom prst="rect">
                  <a:avLst/>
                </a:prstGeom>
              </p:spPr>
            </p:pic>
          </p:grpSp>
          <p:pic>
            <p:nvPicPr>
              <p:cNvPr id="14" name="Picture 13" descr="10-109406_button-media-player-icon-icon-play-pause-stop.png"/>
              <p:cNvPicPr>
                <a:picLocks noChangeAspect="1"/>
              </p:cNvPicPr>
              <p:nvPr/>
            </p:nvPicPr>
            <p:blipFill>
              <a:blip r:embed="rId2" cstate="print"/>
              <a:srcRect l="13933" t="11393" r="85188" b="80960"/>
              <a:stretch>
                <a:fillRect/>
              </a:stretch>
            </p:blipFill>
            <p:spPr>
              <a:xfrm rot="7920000">
                <a:off x="4949030" y="1584309"/>
                <a:ext cx="56572" cy="396000"/>
              </a:xfrm>
              <a:prstGeom prst="rect">
                <a:avLst/>
              </a:prstGeom>
            </p:spPr>
          </p:pic>
          <p:pic>
            <p:nvPicPr>
              <p:cNvPr id="15" name="Picture 14" descr="10-109406_button-media-player-icon-icon-play-pause-stop.png"/>
              <p:cNvPicPr>
                <a:picLocks noChangeAspect="1"/>
              </p:cNvPicPr>
              <p:nvPr/>
            </p:nvPicPr>
            <p:blipFill>
              <a:blip r:embed="rId2" cstate="print"/>
              <a:srcRect l="13933" t="11393" r="85188" b="80960"/>
              <a:stretch>
                <a:fillRect/>
              </a:stretch>
            </p:blipFill>
            <p:spPr>
              <a:xfrm rot="7920000">
                <a:off x="4925808" y="1637331"/>
                <a:ext cx="56572" cy="396000"/>
              </a:xfrm>
              <a:prstGeom prst="rect">
                <a:avLst/>
              </a:prstGeom>
            </p:spPr>
          </p:pic>
          <p:pic>
            <p:nvPicPr>
              <p:cNvPr id="16" name="Picture 15" descr="10-109406_button-media-player-icon-icon-play-pause-stop.png"/>
              <p:cNvPicPr>
                <a:picLocks noChangeAspect="1"/>
              </p:cNvPicPr>
              <p:nvPr/>
            </p:nvPicPr>
            <p:blipFill>
              <a:blip r:embed="rId2" cstate="print"/>
              <a:srcRect l="13933" t="11393" r="85188" b="80960"/>
              <a:stretch>
                <a:fillRect/>
              </a:stretch>
            </p:blipFill>
            <p:spPr>
              <a:xfrm rot="7920000">
                <a:off x="4953708" y="1584309"/>
                <a:ext cx="56572" cy="396000"/>
              </a:xfrm>
              <a:prstGeom prst="rect">
                <a:avLst/>
              </a:prstGeom>
            </p:spPr>
          </p:pic>
          <p:pic>
            <p:nvPicPr>
              <p:cNvPr id="17" name="Picture 16" descr="10-109406_button-media-player-icon-icon-play-pause-stop.png"/>
              <p:cNvPicPr>
                <a:picLocks noChangeAspect="1"/>
              </p:cNvPicPr>
              <p:nvPr/>
            </p:nvPicPr>
            <p:blipFill>
              <a:blip r:embed="rId2" cstate="print"/>
              <a:srcRect l="13933" t="11393" r="85188" b="80960"/>
              <a:stretch>
                <a:fillRect/>
              </a:stretch>
            </p:blipFill>
            <p:spPr>
              <a:xfrm rot="15120000">
                <a:off x="5148000" y="1692000"/>
                <a:ext cx="56572" cy="396000"/>
              </a:xfrm>
              <a:prstGeom prst="rect">
                <a:avLst/>
              </a:prstGeom>
            </p:spPr>
          </p:pic>
        </p:grpSp>
      </p:grpSp>
      <p:pic>
        <p:nvPicPr>
          <p:cNvPr id="24" name="Picture 23" descr="10-109406_button-media-player-icon-icon-play-pause-stop.png"/>
          <p:cNvPicPr>
            <a:picLocks noChangeAspect="1"/>
          </p:cNvPicPr>
          <p:nvPr/>
        </p:nvPicPr>
        <p:blipFill>
          <a:blip r:embed="rId2" cstate="print"/>
          <a:srcRect l="28024" t="6301" r="51758" b="68572"/>
          <a:stretch>
            <a:fillRect/>
          </a:stretch>
        </p:blipFill>
        <p:spPr>
          <a:xfrm flipH="1">
            <a:off x="539552" y="4581128"/>
            <a:ext cx="1656184" cy="1656184"/>
          </a:xfrm>
          <a:prstGeom prst="rect">
            <a:avLst/>
          </a:prstGeom>
        </p:spPr>
      </p:pic>
      <p:grpSp>
        <p:nvGrpSpPr>
          <p:cNvPr id="25" name="Group 24"/>
          <p:cNvGrpSpPr/>
          <p:nvPr/>
        </p:nvGrpSpPr>
        <p:grpSpPr>
          <a:xfrm>
            <a:off x="6732240" y="2564904"/>
            <a:ext cx="1728192" cy="1728192"/>
            <a:chOff x="6660232" y="4581128"/>
            <a:chExt cx="1728192" cy="1728192"/>
          </a:xfrm>
        </p:grpSpPr>
        <p:pic>
          <p:nvPicPr>
            <p:cNvPr id="26" name="Picture 25" descr="10-109406_button-media-player-icon-icon-play-pause-stop.png"/>
            <p:cNvPicPr>
              <a:picLocks noChangeAspect="1"/>
            </p:cNvPicPr>
            <p:nvPr/>
          </p:nvPicPr>
          <p:blipFill>
            <a:blip r:embed="rId2" cstate="print"/>
            <a:srcRect l="75493" t="67480" r="3410" b="6301"/>
            <a:stretch>
              <a:fillRect/>
            </a:stretch>
          </p:blipFill>
          <p:spPr>
            <a:xfrm>
              <a:off x="6660232" y="4581128"/>
              <a:ext cx="1728192" cy="1728192"/>
            </a:xfrm>
            <a:prstGeom prst="rect">
              <a:avLst/>
            </a:prstGeom>
          </p:spPr>
        </p:pic>
        <p:pic>
          <p:nvPicPr>
            <p:cNvPr id="27" name="Picture 26" descr="10-109406_button-media-player-icon-icon-play-pause-stop.png"/>
            <p:cNvPicPr>
              <a:picLocks noChangeAspect="1"/>
            </p:cNvPicPr>
            <p:nvPr/>
          </p:nvPicPr>
          <p:blipFill>
            <a:blip r:embed="rId2" cstate="print"/>
            <a:srcRect l="81646" t="74035" r="8684" b="12856"/>
            <a:stretch>
              <a:fillRect/>
            </a:stretch>
          </p:blipFill>
          <p:spPr>
            <a:xfrm rot="2700000">
              <a:off x="7137770" y="5003690"/>
              <a:ext cx="792088" cy="8640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10-109406_button-media-player-icon-icon-play-pause-stop.png">
            <a:extLst>
              <a:ext uri="{FF2B5EF4-FFF2-40B4-BE49-F238E27FC236}">
                <a16:creationId xmlns:a16="http://schemas.microsoft.com/office/drawing/2014/main" id="{0E49D43C-C30B-8C2C-1E32-665562DC77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28024" t="6301" r="51758" b="68572"/>
          <a:stretch>
            <a:fillRect/>
          </a:stretch>
        </p:blipFill>
        <p:spPr>
          <a:xfrm>
            <a:off x="251520" y="332656"/>
            <a:ext cx="1656184" cy="1656184"/>
          </a:xfrm>
          <a:prstGeom prst="rect">
            <a:avLst/>
          </a:prstGeom>
        </p:spPr>
      </p:pic>
      <p:pic>
        <p:nvPicPr>
          <p:cNvPr id="28" name="Picture 27" descr="10-109406_button-media-player-icon-icon-play-pause-stop.png">
            <a:extLst>
              <a:ext uri="{FF2B5EF4-FFF2-40B4-BE49-F238E27FC236}">
                <a16:creationId xmlns:a16="http://schemas.microsoft.com/office/drawing/2014/main" id="{ECB6A31C-957C-4F2E-C7E9-BD7A8FABBE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51758" t="6301" r="28024" b="68572"/>
          <a:stretch>
            <a:fillRect/>
          </a:stretch>
        </p:blipFill>
        <p:spPr>
          <a:xfrm>
            <a:off x="2267744" y="332656"/>
            <a:ext cx="1656184" cy="1656184"/>
          </a:xfrm>
          <a:prstGeom prst="rect">
            <a:avLst/>
          </a:prstGeom>
        </p:spPr>
      </p:pic>
      <p:pic>
        <p:nvPicPr>
          <p:cNvPr id="29" name="Picture 28" descr="10-109406_button-media-player-icon-icon-play-pause-stop.png">
            <a:extLst>
              <a:ext uri="{FF2B5EF4-FFF2-40B4-BE49-F238E27FC236}">
                <a16:creationId xmlns:a16="http://schemas.microsoft.com/office/drawing/2014/main" id="{97B220E7-1F3E-47DE-7502-285E9D6A6C8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75599" t="6463" r="4183" b="68410"/>
          <a:stretch>
            <a:fillRect/>
          </a:stretch>
        </p:blipFill>
        <p:spPr>
          <a:xfrm>
            <a:off x="4067944" y="404664"/>
            <a:ext cx="1656184" cy="1656184"/>
          </a:xfrm>
          <a:prstGeom prst="rect">
            <a:avLst/>
          </a:prstGeom>
        </p:spPr>
      </p:pic>
      <p:pic>
        <p:nvPicPr>
          <p:cNvPr id="30" name="Picture 29" descr="10-109406_button-media-player-icon-icon-play-pause-stop.png">
            <a:extLst>
              <a:ext uri="{FF2B5EF4-FFF2-40B4-BE49-F238E27FC236}">
                <a16:creationId xmlns:a16="http://schemas.microsoft.com/office/drawing/2014/main" id="{B850DA49-0A86-2D71-3388-7455A6B6C55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28024" t="37983" r="51758" b="36890"/>
          <a:stretch>
            <a:fillRect/>
          </a:stretch>
        </p:blipFill>
        <p:spPr>
          <a:xfrm>
            <a:off x="2771800" y="2636912"/>
            <a:ext cx="1656184" cy="1656184"/>
          </a:xfrm>
          <a:prstGeom prst="rect">
            <a:avLst/>
          </a:prstGeom>
        </p:spPr>
      </p:pic>
      <p:pic>
        <p:nvPicPr>
          <p:cNvPr id="31" name="Picture 30" descr="10-109406_button-media-player-icon-icon-play-pause-stop.png">
            <a:extLst>
              <a:ext uri="{FF2B5EF4-FFF2-40B4-BE49-F238E27FC236}">
                <a16:creationId xmlns:a16="http://schemas.microsoft.com/office/drawing/2014/main" id="{586B06CE-2576-BD07-3DA2-0B8C71235F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51758" t="37983" r="28024" b="36890"/>
          <a:stretch>
            <a:fillRect/>
          </a:stretch>
        </p:blipFill>
        <p:spPr>
          <a:xfrm>
            <a:off x="4716016" y="2636912"/>
            <a:ext cx="1656184" cy="1656184"/>
          </a:xfrm>
          <a:prstGeom prst="rect">
            <a:avLst/>
          </a:prstGeom>
        </p:spPr>
      </p:pic>
      <p:pic>
        <p:nvPicPr>
          <p:cNvPr id="32" name="Picture 31" descr="10-109406_button-media-player-icon-icon-play-pause-stop.png">
            <a:extLst>
              <a:ext uri="{FF2B5EF4-FFF2-40B4-BE49-F238E27FC236}">
                <a16:creationId xmlns:a16="http://schemas.microsoft.com/office/drawing/2014/main" id="{384C8230-70FD-56FA-C4B1-203EA10705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75493" t="67480" r="3410" b="6301"/>
          <a:stretch>
            <a:fillRect/>
          </a:stretch>
        </p:blipFill>
        <p:spPr>
          <a:xfrm>
            <a:off x="6300192" y="260648"/>
            <a:ext cx="1728192" cy="1728192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971176AF-143B-A2E0-8640-9979BE660042}"/>
              </a:ext>
            </a:extLst>
          </p:cNvPr>
          <p:cNvGrpSpPr/>
          <p:nvPr/>
        </p:nvGrpSpPr>
        <p:grpSpPr>
          <a:xfrm>
            <a:off x="467544" y="2564904"/>
            <a:ext cx="1728192" cy="1656184"/>
            <a:chOff x="755576" y="548680"/>
            <a:chExt cx="1728192" cy="1656184"/>
          </a:xfrm>
        </p:grpSpPr>
        <p:pic>
          <p:nvPicPr>
            <p:cNvPr id="34" name="Picture 33" descr="10-109406_button-media-player-icon-icon-play-pause-stop.png">
              <a:extLst>
                <a:ext uri="{FF2B5EF4-FFF2-40B4-BE49-F238E27FC236}">
                  <a16:creationId xmlns:a16="http://schemas.microsoft.com/office/drawing/2014/main" id="{8B3428B0-D70B-FF82-2DF2-777DDAE96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rcRect l="3410" t="6301" r="75493" b="68572"/>
            <a:stretch>
              <a:fillRect/>
            </a:stretch>
          </p:blipFill>
          <p:spPr>
            <a:xfrm>
              <a:off x="755576" y="548680"/>
              <a:ext cx="1728192" cy="1656184"/>
            </a:xfrm>
            <a:prstGeom prst="rect">
              <a:avLst/>
            </a:prstGeom>
          </p:spPr>
        </p:pic>
        <p:grpSp>
          <p:nvGrpSpPr>
            <p:cNvPr id="35" name="Group 25">
              <a:extLst>
                <a:ext uri="{FF2B5EF4-FFF2-40B4-BE49-F238E27FC236}">
                  <a16:creationId xmlns:a16="http://schemas.microsoft.com/office/drawing/2014/main" id="{6E49F301-969F-6519-775D-0583F3A152D7}"/>
                </a:ext>
              </a:extLst>
            </p:cNvPr>
            <p:cNvGrpSpPr/>
            <p:nvPr/>
          </p:nvGrpSpPr>
          <p:grpSpPr>
            <a:xfrm>
              <a:off x="971600" y="836712"/>
              <a:ext cx="1296144" cy="1008112"/>
              <a:chOff x="4337587" y="879358"/>
              <a:chExt cx="1533452" cy="1245236"/>
            </a:xfrm>
          </p:grpSpPr>
          <p:grpSp>
            <p:nvGrpSpPr>
              <p:cNvPr id="36" name="Group 17">
                <a:extLst>
                  <a:ext uri="{FF2B5EF4-FFF2-40B4-BE49-F238E27FC236}">
                    <a16:creationId xmlns:a16="http://schemas.microsoft.com/office/drawing/2014/main" id="{1CE4845A-30EC-96C8-F88D-C6DE39812AD9}"/>
                  </a:ext>
                </a:extLst>
              </p:cNvPr>
              <p:cNvGrpSpPr/>
              <p:nvPr/>
            </p:nvGrpSpPr>
            <p:grpSpPr>
              <a:xfrm>
                <a:off x="4337587" y="879358"/>
                <a:ext cx="1533452" cy="1245236"/>
                <a:chOff x="4337587" y="879358"/>
                <a:chExt cx="1533452" cy="1245236"/>
              </a:xfrm>
            </p:grpSpPr>
            <p:grpSp>
              <p:nvGrpSpPr>
                <p:cNvPr id="41" name="Group 14">
                  <a:extLst>
                    <a:ext uri="{FF2B5EF4-FFF2-40B4-BE49-F238E27FC236}">
                      <a16:creationId xmlns:a16="http://schemas.microsoft.com/office/drawing/2014/main" id="{68DDFBB1-D56E-68D0-55DC-108924DDFC0A}"/>
                    </a:ext>
                  </a:extLst>
                </p:cNvPr>
                <p:cNvGrpSpPr/>
                <p:nvPr/>
              </p:nvGrpSpPr>
              <p:grpSpPr>
                <a:xfrm rot="2791999">
                  <a:off x="4682907" y="771346"/>
                  <a:ext cx="1080120" cy="1296144"/>
                  <a:chOff x="4499992" y="692696"/>
                  <a:chExt cx="1080120" cy="1296144"/>
                </a:xfrm>
              </p:grpSpPr>
              <p:pic>
                <p:nvPicPr>
                  <p:cNvPr id="43" name="Picture 9" descr="10-109406_button-media-player-icon-icon-play-pause-stop.png">
                    <a:extLst>
                      <a:ext uri="{FF2B5EF4-FFF2-40B4-BE49-F238E27FC236}">
                        <a16:creationId xmlns:a16="http://schemas.microsoft.com/office/drawing/2014/main" id="{0C4EC293-3249-0DB0-4944-412162C0303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duotone>
                      <a:schemeClr val="accent6">
                        <a:shade val="45000"/>
                        <a:satMod val="135000"/>
                      </a:schemeClr>
                      <a:prstClr val="white"/>
                    </a:duotone>
                  </a:blip>
                  <a:srcRect l="7805" t="10671" r="79888" b="72942"/>
                  <a:stretch>
                    <a:fillRect/>
                  </a:stretch>
                </p:blipFill>
                <p:spPr>
                  <a:xfrm>
                    <a:off x="4572000" y="908720"/>
                    <a:ext cx="1008112" cy="1080120"/>
                  </a:xfrm>
                  <a:prstGeom prst="rect">
                    <a:avLst/>
                  </a:prstGeom>
                </p:spPr>
              </p:pic>
              <p:pic>
                <p:nvPicPr>
                  <p:cNvPr id="44" name="Picture 43" descr="10-109406_button-media-player-icon-icon-play-pause-stop.png">
                    <a:extLst>
                      <a:ext uri="{FF2B5EF4-FFF2-40B4-BE49-F238E27FC236}">
                        <a16:creationId xmlns:a16="http://schemas.microsoft.com/office/drawing/2014/main" id="{654BD155-0394-B0EA-BDC5-D6A1322B8DD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duotone>
                      <a:schemeClr val="accent6">
                        <a:shade val="45000"/>
                        <a:satMod val="135000"/>
                      </a:schemeClr>
                      <a:prstClr val="white"/>
                    </a:duotone>
                  </a:blip>
                  <a:srcRect l="16596" t="10671" r="79888" b="72942"/>
                  <a:stretch>
                    <a:fillRect/>
                  </a:stretch>
                </p:blipFill>
                <p:spPr>
                  <a:xfrm rot="16200000">
                    <a:off x="4896036" y="584684"/>
                    <a:ext cx="288032" cy="1080120"/>
                  </a:xfrm>
                  <a:prstGeom prst="rect">
                    <a:avLst/>
                  </a:prstGeom>
                </p:spPr>
              </p:pic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70C1132A-2E55-D313-C33D-21B3FB166122}"/>
                      </a:ext>
                    </a:extLst>
                  </p:cNvPr>
                  <p:cNvSpPr/>
                  <p:nvPr/>
                </p:nvSpPr>
                <p:spPr>
                  <a:xfrm>
                    <a:off x="4932040" y="1268760"/>
                    <a:ext cx="288032" cy="28803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C85F3DBE-C5F8-4AE9-4A0B-8D78F3869313}"/>
                      </a:ext>
                    </a:extLst>
                  </p:cNvPr>
                  <p:cNvSpPr/>
                  <p:nvPr/>
                </p:nvSpPr>
                <p:spPr>
                  <a:xfrm>
                    <a:off x="4932040" y="692696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pic>
              <p:nvPicPr>
                <p:cNvPr id="42" name="Picture 41" descr="10-109406_button-media-player-icon-icon-play-pause-stop.png">
                  <a:extLst>
                    <a:ext uri="{FF2B5EF4-FFF2-40B4-BE49-F238E27FC236}">
                      <a16:creationId xmlns:a16="http://schemas.microsoft.com/office/drawing/2014/main" id="{05412451-7F6D-4C8C-7597-B0A71D9D94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 cstate="print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srcRect l="13079" t="10671" r="84284" b="78404"/>
                <a:stretch>
                  <a:fillRect/>
                </a:stretch>
              </p:blipFill>
              <p:spPr>
                <a:xfrm rot="2791999">
                  <a:off x="4589615" y="1656542"/>
                  <a:ext cx="216024" cy="720080"/>
                </a:xfrm>
                <a:prstGeom prst="rect">
                  <a:avLst/>
                </a:prstGeom>
              </p:spPr>
            </p:pic>
          </p:grpSp>
          <p:pic>
            <p:nvPicPr>
              <p:cNvPr id="37" name="Picture 36" descr="10-109406_button-media-player-icon-icon-play-pause-stop.png">
                <a:extLst>
                  <a:ext uri="{FF2B5EF4-FFF2-40B4-BE49-F238E27FC236}">
                    <a16:creationId xmlns:a16="http://schemas.microsoft.com/office/drawing/2014/main" id="{128730B2-BF95-0F20-D2F4-9BF0DDE027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srcRect l="13933" t="11393" r="85188" b="80960"/>
              <a:stretch>
                <a:fillRect/>
              </a:stretch>
            </p:blipFill>
            <p:spPr>
              <a:xfrm rot="7920000">
                <a:off x="4949030" y="1584309"/>
                <a:ext cx="56572" cy="396000"/>
              </a:xfrm>
              <a:prstGeom prst="rect">
                <a:avLst/>
              </a:prstGeom>
            </p:spPr>
          </p:pic>
          <p:pic>
            <p:nvPicPr>
              <p:cNvPr id="38" name="Picture 37" descr="10-109406_button-media-player-icon-icon-play-pause-stop.png">
                <a:extLst>
                  <a:ext uri="{FF2B5EF4-FFF2-40B4-BE49-F238E27FC236}">
                    <a16:creationId xmlns:a16="http://schemas.microsoft.com/office/drawing/2014/main" id="{FB5AE40D-6710-F1A3-65E9-05C0E17C4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srcRect l="13933" t="11393" r="85188" b="80960"/>
              <a:stretch>
                <a:fillRect/>
              </a:stretch>
            </p:blipFill>
            <p:spPr>
              <a:xfrm rot="7920000">
                <a:off x="4925808" y="1637331"/>
                <a:ext cx="56572" cy="396000"/>
              </a:xfrm>
              <a:prstGeom prst="rect">
                <a:avLst/>
              </a:prstGeom>
            </p:spPr>
          </p:pic>
          <p:pic>
            <p:nvPicPr>
              <p:cNvPr id="39" name="Picture 38" descr="10-109406_button-media-player-icon-icon-play-pause-stop.png">
                <a:extLst>
                  <a:ext uri="{FF2B5EF4-FFF2-40B4-BE49-F238E27FC236}">
                    <a16:creationId xmlns:a16="http://schemas.microsoft.com/office/drawing/2014/main" id="{E25A2B4C-FAA3-FE90-1B57-D136513C09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srcRect l="13933" t="11393" r="85188" b="80960"/>
              <a:stretch>
                <a:fillRect/>
              </a:stretch>
            </p:blipFill>
            <p:spPr>
              <a:xfrm rot="7920000">
                <a:off x="4953708" y="1584309"/>
                <a:ext cx="56572" cy="396000"/>
              </a:xfrm>
              <a:prstGeom prst="rect">
                <a:avLst/>
              </a:prstGeom>
            </p:spPr>
          </p:pic>
          <p:pic>
            <p:nvPicPr>
              <p:cNvPr id="40" name="Picture 39" descr="10-109406_button-media-player-icon-icon-play-pause-stop.png">
                <a:extLst>
                  <a:ext uri="{FF2B5EF4-FFF2-40B4-BE49-F238E27FC236}">
                    <a16:creationId xmlns:a16="http://schemas.microsoft.com/office/drawing/2014/main" id="{D4AB7F52-A024-5A20-8A5B-B0D6C6452F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srcRect l="13933" t="11393" r="85188" b="80960"/>
              <a:stretch>
                <a:fillRect/>
              </a:stretch>
            </p:blipFill>
            <p:spPr>
              <a:xfrm rot="15120000">
                <a:off x="5148000" y="1692000"/>
                <a:ext cx="56572" cy="396000"/>
              </a:xfrm>
              <a:prstGeom prst="rect">
                <a:avLst/>
              </a:prstGeom>
            </p:spPr>
          </p:pic>
        </p:grpSp>
      </p:grpSp>
      <p:pic>
        <p:nvPicPr>
          <p:cNvPr id="47" name="Picture 46" descr="10-109406_button-media-player-icon-icon-play-pause-stop.png">
            <a:extLst>
              <a:ext uri="{FF2B5EF4-FFF2-40B4-BE49-F238E27FC236}">
                <a16:creationId xmlns:a16="http://schemas.microsoft.com/office/drawing/2014/main" id="{BA2497E0-619A-E2DD-E1FE-77F496DFF6B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28024" t="6301" r="51758" b="68572"/>
          <a:stretch>
            <a:fillRect/>
          </a:stretch>
        </p:blipFill>
        <p:spPr>
          <a:xfrm flipH="1">
            <a:off x="539552" y="4581128"/>
            <a:ext cx="1656184" cy="1656184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57689BA5-6C16-FEED-32AD-D6DE6D833896}"/>
              </a:ext>
            </a:extLst>
          </p:cNvPr>
          <p:cNvGrpSpPr/>
          <p:nvPr/>
        </p:nvGrpSpPr>
        <p:grpSpPr>
          <a:xfrm>
            <a:off x="6732240" y="2564904"/>
            <a:ext cx="1728192" cy="1728192"/>
            <a:chOff x="6660232" y="4581128"/>
            <a:chExt cx="1728192" cy="1728192"/>
          </a:xfrm>
        </p:grpSpPr>
        <p:pic>
          <p:nvPicPr>
            <p:cNvPr id="49" name="Picture 48" descr="10-109406_button-media-player-icon-icon-play-pause-stop.png">
              <a:extLst>
                <a:ext uri="{FF2B5EF4-FFF2-40B4-BE49-F238E27FC236}">
                  <a16:creationId xmlns:a16="http://schemas.microsoft.com/office/drawing/2014/main" id="{1E791652-A769-A806-0CF8-4FCF89466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rcRect l="75493" t="67480" r="3410" b="6301"/>
            <a:stretch>
              <a:fillRect/>
            </a:stretch>
          </p:blipFill>
          <p:spPr>
            <a:xfrm>
              <a:off x="6660232" y="4581128"/>
              <a:ext cx="1728192" cy="1728192"/>
            </a:xfrm>
            <a:prstGeom prst="rect">
              <a:avLst/>
            </a:prstGeom>
          </p:spPr>
        </p:pic>
        <p:pic>
          <p:nvPicPr>
            <p:cNvPr id="50" name="Picture 49" descr="10-109406_button-media-player-icon-icon-play-pause-stop.png">
              <a:extLst>
                <a:ext uri="{FF2B5EF4-FFF2-40B4-BE49-F238E27FC236}">
                  <a16:creationId xmlns:a16="http://schemas.microsoft.com/office/drawing/2014/main" id="{A2886219-9FB3-9162-569E-609F62D835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rcRect l="81646" t="74035" r="8684" b="12856"/>
            <a:stretch>
              <a:fillRect/>
            </a:stretch>
          </p:blipFill>
          <p:spPr>
            <a:xfrm rot="2700000">
              <a:off x="7137770" y="5003690"/>
              <a:ext cx="792088" cy="8640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BD9BCAE-4998-2D34-F26C-8BF51C218578}"/>
              </a:ext>
            </a:extLst>
          </p:cNvPr>
          <p:cNvGrpSpPr/>
          <p:nvPr/>
        </p:nvGrpSpPr>
        <p:grpSpPr>
          <a:xfrm>
            <a:off x="827584" y="548680"/>
            <a:ext cx="1584176" cy="1656184"/>
            <a:chOff x="827584" y="548680"/>
            <a:chExt cx="1584176" cy="1656184"/>
          </a:xfrm>
        </p:grpSpPr>
        <p:pic>
          <p:nvPicPr>
            <p:cNvPr id="4" name="Picture 3" descr="10-109406_button-media-player-icon-icon-play-pause-stop.png">
              <a:extLst>
                <a:ext uri="{FF2B5EF4-FFF2-40B4-BE49-F238E27FC236}">
                  <a16:creationId xmlns:a16="http://schemas.microsoft.com/office/drawing/2014/main" id="{D2DE4910-45D2-9F57-09BB-EF07DA6852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rcRect l="4289" t="6301" r="76372" b="68572"/>
            <a:stretch/>
          </p:blipFill>
          <p:spPr>
            <a:xfrm>
              <a:off x="827584" y="548680"/>
              <a:ext cx="1584176" cy="1656184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189FA58-ED44-D0BF-FA72-66CFE3D3FD19}"/>
                </a:ext>
              </a:extLst>
            </p:cNvPr>
            <p:cNvSpPr/>
            <p:nvPr/>
          </p:nvSpPr>
          <p:spPr>
            <a:xfrm>
              <a:off x="1403648" y="836712"/>
              <a:ext cx="348519" cy="64807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ight Triangle 4">
              <a:extLst>
                <a:ext uri="{FF2B5EF4-FFF2-40B4-BE49-F238E27FC236}">
                  <a16:creationId xmlns:a16="http://schemas.microsoft.com/office/drawing/2014/main" id="{5EE5AFBA-81A0-B57D-3420-21A81FA75A19}"/>
                </a:ext>
              </a:extLst>
            </p:cNvPr>
            <p:cNvSpPr/>
            <p:nvPr/>
          </p:nvSpPr>
          <p:spPr>
            <a:xfrm rot="2435509">
              <a:off x="1594041" y="908688"/>
              <a:ext cx="249723" cy="317750"/>
            </a:xfrm>
            <a:prstGeom prst="rtTriangle">
              <a:avLst/>
            </a:prstGeom>
            <a:solidFill>
              <a:srgbClr val="D69560"/>
            </a:solidFill>
            <a:ln>
              <a:solidFill>
                <a:srgbClr val="D695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FD2769A-90EA-ED42-A209-5E5FB151A540}"/>
                </a:ext>
              </a:extLst>
            </p:cNvPr>
            <p:cNvSpPr/>
            <p:nvPr/>
          </p:nvSpPr>
          <p:spPr>
            <a:xfrm rot="866630">
              <a:off x="1680159" y="1042293"/>
              <a:ext cx="144016" cy="138689"/>
            </a:xfrm>
            <a:prstGeom prst="rect">
              <a:avLst/>
            </a:prstGeom>
            <a:solidFill>
              <a:srgbClr val="D69560"/>
            </a:solidFill>
            <a:ln>
              <a:solidFill>
                <a:srgbClr val="D695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883016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1933</TotalTime>
  <Words>0</Words>
  <Application>Microsoft Office PowerPoint</Application>
  <PresentationFormat>On-screen Show (4:3)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Avery Briggs</dc:creator>
  <cp:lastModifiedBy>Avery Briggs</cp:lastModifiedBy>
  <cp:revision>9</cp:revision>
  <dcterms:created xsi:type="dcterms:W3CDTF">2022-07-25T17:44:27Z</dcterms:created>
  <dcterms:modified xsi:type="dcterms:W3CDTF">2022-08-04T04:46:31Z</dcterms:modified>
</cp:coreProperties>
</file>