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7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DDEA1-CAA3-44E9-BD20-01615CE14A03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F2212-BCE1-490F-889D-00D74476B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DDEA1-CAA3-44E9-BD20-01615CE14A03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F2212-BCE1-490F-889D-00D74476B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DDEA1-CAA3-44E9-BD20-01615CE14A03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F2212-BCE1-490F-889D-00D74476B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DDEA1-CAA3-44E9-BD20-01615CE14A03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F2212-BCE1-490F-889D-00D74476B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DDEA1-CAA3-44E9-BD20-01615CE14A03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F2212-BCE1-490F-889D-00D74476B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DDEA1-CAA3-44E9-BD20-01615CE14A03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F2212-BCE1-490F-889D-00D74476B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DDEA1-CAA3-44E9-BD20-01615CE14A03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F2212-BCE1-490F-889D-00D74476B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DDEA1-CAA3-44E9-BD20-01615CE14A03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F2212-BCE1-490F-889D-00D74476B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DDEA1-CAA3-44E9-BD20-01615CE14A03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F2212-BCE1-490F-889D-00D74476B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DDEA1-CAA3-44E9-BD20-01615CE14A03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F2212-BCE1-490F-889D-00D74476B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DDEA1-CAA3-44E9-BD20-01615CE14A03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F2212-BCE1-490F-889D-00D74476B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DDEA1-CAA3-44E9-BD20-01615CE14A03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F2212-BCE1-490F-889D-00D74476B33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0-109406_button-media-player-icon-icon-play-pause-stop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6250" y="133350"/>
            <a:ext cx="8191500" cy="6591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0-109406_button-media-player-icon-icon-play-pause-stop.png"/>
          <p:cNvPicPr>
            <a:picLocks noChangeAspect="1"/>
          </p:cNvPicPr>
          <p:nvPr/>
        </p:nvPicPr>
        <p:blipFill>
          <a:blip r:embed="rId2" cstate="print"/>
          <a:srcRect l="28024" t="6301" r="51758" b="68572"/>
          <a:stretch>
            <a:fillRect/>
          </a:stretch>
        </p:blipFill>
        <p:spPr>
          <a:xfrm>
            <a:off x="251520" y="332656"/>
            <a:ext cx="1656184" cy="1656184"/>
          </a:xfrm>
          <a:prstGeom prst="rect">
            <a:avLst/>
          </a:prstGeom>
        </p:spPr>
      </p:pic>
      <p:pic>
        <p:nvPicPr>
          <p:cNvPr id="5" name="Picture 4" descr="10-109406_button-media-player-icon-icon-play-pause-stop.png"/>
          <p:cNvPicPr>
            <a:picLocks noChangeAspect="1"/>
          </p:cNvPicPr>
          <p:nvPr/>
        </p:nvPicPr>
        <p:blipFill>
          <a:blip r:embed="rId2" cstate="print"/>
          <a:srcRect l="51758" t="6301" r="28024" b="68572"/>
          <a:stretch>
            <a:fillRect/>
          </a:stretch>
        </p:blipFill>
        <p:spPr>
          <a:xfrm>
            <a:off x="2267744" y="332656"/>
            <a:ext cx="1656184" cy="1656184"/>
          </a:xfrm>
          <a:prstGeom prst="rect">
            <a:avLst/>
          </a:prstGeom>
        </p:spPr>
      </p:pic>
      <p:pic>
        <p:nvPicPr>
          <p:cNvPr id="6" name="Picture 5" descr="10-109406_button-media-player-icon-icon-play-pause-stop.png"/>
          <p:cNvPicPr>
            <a:picLocks noChangeAspect="1"/>
          </p:cNvPicPr>
          <p:nvPr/>
        </p:nvPicPr>
        <p:blipFill>
          <a:blip r:embed="rId2" cstate="print"/>
          <a:srcRect l="75599" t="6463" r="4183" b="68410"/>
          <a:stretch>
            <a:fillRect/>
          </a:stretch>
        </p:blipFill>
        <p:spPr>
          <a:xfrm>
            <a:off x="4067944" y="404664"/>
            <a:ext cx="1656184" cy="1656184"/>
          </a:xfrm>
          <a:prstGeom prst="rect">
            <a:avLst/>
          </a:prstGeom>
        </p:spPr>
      </p:pic>
      <p:pic>
        <p:nvPicPr>
          <p:cNvPr id="7" name="Picture 6" descr="10-109406_button-media-player-icon-icon-play-pause-stop.png"/>
          <p:cNvPicPr>
            <a:picLocks noChangeAspect="1"/>
          </p:cNvPicPr>
          <p:nvPr/>
        </p:nvPicPr>
        <p:blipFill>
          <a:blip r:embed="rId2" cstate="print"/>
          <a:srcRect l="28024" t="37983" r="51758" b="36890"/>
          <a:stretch>
            <a:fillRect/>
          </a:stretch>
        </p:blipFill>
        <p:spPr>
          <a:xfrm>
            <a:off x="2771800" y="2636912"/>
            <a:ext cx="1656184" cy="1656184"/>
          </a:xfrm>
          <a:prstGeom prst="rect">
            <a:avLst/>
          </a:prstGeom>
        </p:spPr>
      </p:pic>
      <p:pic>
        <p:nvPicPr>
          <p:cNvPr id="8" name="Picture 7" descr="10-109406_button-media-player-icon-icon-play-pause-stop.png"/>
          <p:cNvPicPr>
            <a:picLocks noChangeAspect="1"/>
          </p:cNvPicPr>
          <p:nvPr/>
        </p:nvPicPr>
        <p:blipFill>
          <a:blip r:embed="rId2" cstate="print"/>
          <a:srcRect l="51758" t="37983" r="28024" b="36890"/>
          <a:stretch>
            <a:fillRect/>
          </a:stretch>
        </p:blipFill>
        <p:spPr>
          <a:xfrm>
            <a:off x="4716016" y="2636912"/>
            <a:ext cx="1656184" cy="1656184"/>
          </a:xfrm>
          <a:prstGeom prst="rect">
            <a:avLst/>
          </a:prstGeom>
        </p:spPr>
      </p:pic>
      <p:pic>
        <p:nvPicPr>
          <p:cNvPr id="9" name="Picture 8" descr="10-109406_button-media-player-icon-icon-play-pause-stop.png"/>
          <p:cNvPicPr>
            <a:picLocks noChangeAspect="1"/>
          </p:cNvPicPr>
          <p:nvPr/>
        </p:nvPicPr>
        <p:blipFill>
          <a:blip r:embed="rId2" cstate="print"/>
          <a:srcRect l="75493" t="67480" r="3410" b="6301"/>
          <a:stretch>
            <a:fillRect/>
          </a:stretch>
        </p:blipFill>
        <p:spPr>
          <a:xfrm>
            <a:off x="6300192" y="260648"/>
            <a:ext cx="1728192" cy="1728192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467544" y="2564904"/>
            <a:ext cx="1728192" cy="1656184"/>
            <a:chOff x="755576" y="548680"/>
            <a:chExt cx="1728192" cy="1656184"/>
          </a:xfrm>
        </p:grpSpPr>
        <p:pic>
          <p:nvPicPr>
            <p:cNvPr id="11" name="Picture 10" descr="10-109406_button-media-player-icon-icon-play-pause-stop.png"/>
            <p:cNvPicPr>
              <a:picLocks noChangeAspect="1"/>
            </p:cNvPicPr>
            <p:nvPr/>
          </p:nvPicPr>
          <p:blipFill>
            <a:blip r:embed="rId2" cstate="print"/>
            <a:srcRect l="3410" t="6301" r="75493" b="68572"/>
            <a:stretch>
              <a:fillRect/>
            </a:stretch>
          </p:blipFill>
          <p:spPr>
            <a:xfrm>
              <a:off x="755576" y="548680"/>
              <a:ext cx="1728192" cy="1656184"/>
            </a:xfrm>
            <a:prstGeom prst="rect">
              <a:avLst/>
            </a:prstGeom>
          </p:spPr>
        </p:pic>
        <p:grpSp>
          <p:nvGrpSpPr>
            <p:cNvPr id="12" name="Group 25"/>
            <p:cNvGrpSpPr/>
            <p:nvPr/>
          </p:nvGrpSpPr>
          <p:grpSpPr>
            <a:xfrm>
              <a:off x="971600" y="836712"/>
              <a:ext cx="1296144" cy="1008112"/>
              <a:chOff x="4337587" y="879358"/>
              <a:chExt cx="1533452" cy="1245236"/>
            </a:xfrm>
          </p:grpSpPr>
          <p:grpSp>
            <p:nvGrpSpPr>
              <p:cNvPr id="13" name="Group 17"/>
              <p:cNvGrpSpPr/>
              <p:nvPr/>
            </p:nvGrpSpPr>
            <p:grpSpPr>
              <a:xfrm>
                <a:off x="4337587" y="879358"/>
                <a:ext cx="1533452" cy="1245236"/>
                <a:chOff x="4337587" y="879358"/>
                <a:chExt cx="1533452" cy="1245236"/>
              </a:xfrm>
            </p:grpSpPr>
            <p:grpSp>
              <p:nvGrpSpPr>
                <p:cNvPr id="18" name="Group 14"/>
                <p:cNvGrpSpPr/>
                <p:nvPr/>
              </p:nvGrpSpPr>
              <p:grpSpPr>
                <a:xfrm rot="2791999">
                  <a:off x="4682907" y="771346"/>
                  <a:ext cx="1080120" cy="1296144"/>
                  <a:chOff x="4499992" y="692696"/>
                  <a:chExt cx="1080120" cy="1296144"/>
                </a:xfrm>
              </p:grpSpPr>
              <p:pic>
                <p:nvPicPr>
                  <p:cNvPr id="20" name="Picture 9" descr="10-109406_button-media-player-icon-icon-play-pause-stop.png"/>
                  <p:cNvPicPr>
                    <a:picLocks noChangeAspect="1"/>
                  </p:cNvPicPr>
                  <p:nvPr/>
                </p:nvPicPr>
                <p:blipFill>
                  <a:blip r:embed="rId2" cstate="print"/>
                  <a:srcRect l="7805" t="10671" r="79888" b="72942"/>
                  <a:stretch>
                    <a:fillRect/>
                  </a:stretch>
                </p:blipFill>
                <p:spPr>
                  <a:xfrm>
                    <a:off x="4572000" y="908720"/>
                    <a:ext cx="1008112" cy="1080120"/>
                  </a:xfrm>
                  <a:prstGeom prst="rect">
                    <a:avLst/>
                  </a:prstGeom>
                </p:spPr>
              </p:pic>
              <p:pic>
                <p:nvPicPr>
                  <p:cNvPr id="21" name="Picture 20" descr="10-109406_button-media-player-icon-icon-play-pause-stop.png"/>
                  <p:cNvPicPr>
                    <a:picLocks noChangeAspect="1"/>
                  </p:cNvPicPr>
                  <p:nvPr/>
                </p:nvPicPr>
                <p:blipFill>
                  <a:blip r:embed="rId2" cstate="print"/>
                  <a:srcRect l="16596" t="10671" r="79888" b="72942"/>
                  <a:stretch>
                    <a:fillRect/>
                  </a:stretch>
                </p:blipFill>
                <p:spPr>
                  <a:xfrm rot="16200000">
                    <a:off x="4896036" y="584684"/>
                    <a:ext cx="288032" cy="1080120"/>
                  </a:xfrm>
                  <a:prstGeom prst="rect">
                    <a:avLst/>
                  </a:prstGeom>
                </p:spPr>
              </p:pic>
              <p:sp>
                <p:nvSpPr>
                  <p:cNvPr id="22" name="Rectangle 21"/>
                  <p:cNvSpPr/>
                  <p:nvPr/>
                </p:nvSpPr>
                <p:spPr>
                  <a:xfrm>
                    <a:off x="4932040" y="1268760"/>
                    <a:ext cx="288032" cy="28803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Rectangle 22"/>
                  <p:cNvSpPr/>
                  <p:nvPr/>
                </p:nvSpPr>
                <p:spPr>
                  <a:xfrm>
                    <a:off x="4932040" y="692696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pic>
              <p:nvPicPr>
                <p:cNvPr id="19" name="Picture 18" descr="10-109406_button-media-player-icon-icon-play-pause-stop.png"/>
                <p:cNvPicPr>
                  <a:picLocks noChangeAspect="1"/>
                </p:cNvPicPr>
                <p:nvPr/>
              </p:nvPicPr>
              <p:blipFill>
                <a:blip r:embed="rId2" cstate="print"/>
                <a:srcRect l="13079" t="10671" r="84284" b="78404"/>
                <a:stretch>
                  <a:fillRect/>
                </a:stretch>
              </p:blipFill>
              <p:spPr>
                <a:xfrm rot="2791999">
                  <a:off x="4589615" y="1656542"/>
                  <a:ext cx="216024" cy="720080"/>
                </a:xfrm>
                <a:prstGeom prst="rect">
                  <a:avLst/>
                </a:prstGeom>
              </p:spPr>
            </p:pic>
          </p:grpSp>
          <p:pic>
            <p:nvPicPr>
              <p:cNvPr id="14" name="Picture 13" descr="10-109406_button-media-player-icon-icon-play-pause-stop.png"/>
              <p:cNvPicPr>
                <a:picLocks noChangeAspect="1"/>
              </p:cNvPicPr>
              <p:nvPr/>
            </p:nvPicPr>
            <p:blipFill>
              <a:blip r:embed="rId2" cstate="print"/>
              <a:srcRect l="13933" t="11393" r="85188" b="80960"/>
              <a:stretch>
                <a:fillRect/>
              </a:stretch>
            </p:blipFill>
            <p:spPr>
              <a:xfrm rot="7920000">
                <a:off x="4949030" y="1584309"/>
                <a:ext cx="56572" cy="396000"/>
              </a:xfrm>
              <a:prstGeom prst="rect">
                <a:avLst/>
              </a:prstGeom>
            </p:spPr>
          </p:pic>
          <p:pic>
            <p:nvPicPr>
              <p:cNvPr id="15" name="Picture 14" descr="10-109406_button-media-player-icon-icon-play-pause-stop.png"/>
              <p:cNvPicPr>
                <a:picLocks noChangeAspect="1"/>
              </p:cNvPicPr>
              <p:nvPr/>
            </p:nvPicPr>
            <p:blipFill>
              <a:blip r:embed="rId2" cstate="print"/>
              <a:srcRect l="13933" t="11393" r="85188" b="80960"/>
              <a:stretch>
                <a:fillRect/>
              </a:stretch>
            </p:blipFill>
            <p:spPr>
              <a:xfrm rot="7920000">
                <a:off x="4925808" y="1637331"/>
                <a:ext cx="56572" cy="396000"/>
              </a:xfrm>
              <a:prstGeom prst="rect">
                <a:avLst/>
              </a:prstGeom>
            </p:spPr>
          </p:pic>
          <p:pic>
            <p:nvPicPr>
              <p:cNvPr id="16" name="Picture 15" descr="10-109406_button-media-player-icon-icon-play-pause-stop.png"/>
              <p:cNvPicPr>
                <a:picLocks noChangeAspect="1"/>
              </p:cNvPicPr>
              <p:nvPr/>
            </p:nvPicPr>
            <p:blipFill>
              <a:blip r:embed="rId2" cstate="print"/>
              <a:srcRect l="13933" t="11393" r="85188" b="80960"/>
              <a:stretch>
                <a:fillRect/>
              </a:stretch>
            </p:blipFill>
            <p:spPr>
              <a:xfrm rot="7920000">
                <a:off x="4953708" y="1584309"/>
                <a:ext cx="56572" cy="396000"/>
              </a:xfrm>
              <a:prstGeom prst="rect">
                <a:avLst/>
              </a:prstGeom>
            </p:spPr>
          </p:pic>
          <p:pic>
            <p:nvPicPr>
              <p:cNvPr id="17" name="Picture 16" descr="10-109406_button-media-player-icon-icon-play-pause-stop.png"/>
              <p:cNvPicPr>
                <a:picLocks noChangeAspect="1"/>
              </p:cNvPicPr>
              <p:nvPr/>
            </p:nvPicPr>
            <p:blipFill>
              <a:blip r:embed="rId2" cstate="print"/>
              <a:srcRect l="13933" t="11393" r="85188" b="80960"/>
              <a:stretch>
                <a:fillRect/>
              </a:stretch>
            </p:blipFill>
            <p:spPr>
              <a:xfrm rot="15120000">
                <a:off x="5148000" y="1692000"/>
                <a:ext cx="56572" cy="396000"/>
              </a:xfrm>
              <a:prstGeom prst="rect">
                <a:avLst/>
              </a:prstGeom>
            </p:spPr>
          </p:pic>
        </p:grpSp>
      </p:grpSp>
      <p:pic>
        <p:nvPicPr>
          <p:cNvPr id="24" name="Picture 23" descr="10-109406_button-media-player-icon-icon-play-pause-stop.png"/>
          <p:cNvPicPr>
            <a:picLocks noChangeAspect="1"/>
          </p:cNvPicPr>
          <p:nvPr/>
        </p:nvPicPr>
        <p:blipFill>
          <a:blip r:embed="rId2" cstate="print"/>
          <a:srcRect l="28024" t="6301" r="51758" b="68572"/>
          <a:stretch>
            <a:fillRect/>
          </a:stretch>
        </p:blipFill>
        <p:spPr>
          <a:xfrm flipH="1">
            <a:off x="539552" y="4581128"/>
            <a:ext cx="1656184" cy="1656184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6732240" y="2564904"/>
            <a:ext cx="1728192" cy="1728192"/>
            <a:chOff x="6660232" y="4581128"/>
            <a:chExt cx="1728192" cy="1728192"/>
          </a:xfrm>
        </p:grpSpPr>
        <p:pic>
          <p:nvPicPr>
            <p:cNvPr id="26" name="Picture 25" descr="10-109406_button-media-player-icon-icon-play-pause-stop.png"/>
            <p:cNvPicPr>
              <a:picLocks noChangeAspect="1"/>
            </p:cNvPicPr>
            <p:nvPr/>
          </p:nvPicPr>
          <p:blipFill>
            <a:blip r:embed="rId2" cstate="print"/>
            <a:srcRect l="75493" t="67480" r="3410" b="6301"/>
            <a:stretch>
              <a:fillRect/>
            </a:stretch>
          </p:blipFill>
          <p:spPr>
            <a:xfrm>
              <a:off x="6660232" y="4581128"/>
              <a:ext cx="1728192" cy="1728192"/>
            </a:xfrm>
            <a:prstGeom prst="rect">
              <a:avLst/>
            </a:prstGeom>
          </p:spPr>
        </p:pic>
        <p:pic>
          <p:nvPicPr>
            <p:cNvPr id="27" name="Picture 26" descr="10-109406_button-media-player-icon-icon-play-pause-stop.png"/>
            <p:cNvPicPr>
              <a:picLocks noChangeAspect="1"/>
            </p:cNvPicPr>
            <p:nvPr/>
          </p:nvPicPr>
          <p:blipFill>
            <a:blip r:embed="rId2" cstate="print"/>
            <a:srcRect l="81646" t="74035" r="8684" b="12856"/>
            <a:stretch>
              <a:fillRect/>
            </a:stretch>
          </p:blipFill>
          <p:spPr>
            <a:xfrm rot="2700000">
              <a:off x="7137770" y="5003690"/>
              <a:ext cx="792088" cy="8640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0</Words>
  <Application>Microsoft Office PowerPoint</Application>
  <PresentationFormat>On-screen Show (4:3)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Avery Briggs</dc:creator>
  <cp:lastModifiedBy>Avery Briggs</cp:lastModifiedBy>
  <cp:revision>7</cp:revision>
  <dcterms:created xsi:type="dcterms:W3CDTF">2022-07-25T17:44:27Z</dcterms:created>
  <dcterms:modified xsi:type="dcterms:W3CDTF">2022-07-25T18:50:55Z</dcterms:modified>
</cp:coreProperties>
</file>